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91440" cy="18288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&amp; Automation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Presentation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Siemens  |  AICTE  |  EduSkills  |  April – June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57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Hashmi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2410031216  |  B.Tech CSE, Batch 2024-28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 has shifted from building AI models to deploying, operationalizing and automating them. This internship bridged theory and real-world industrial deployment pipelines.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06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64008" cy="26517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21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leader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infrastructure, digital transformation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8980" y="2011680"/>
            <a:ext cx="2606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2011680"/>
            <a:ext cx="64008" cy="26517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7580" y="2121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97580" y="2560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body for technical education in India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Ministry of Education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011680"/>
            <a:ext cx="260604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011680"/>
            <a:ext cx="64008" cy="26517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121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60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 digital-skilling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academia and industry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3566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deploy, monitor and maintain ML models in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and manual deployment bottlenecks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 and weak automation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insights, high operational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64008" cy="3566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end-to-end AI model deployment lifecycle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Siemens-backed industrial automation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CI/CD concepts to AI workflows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performance, manage updates, cut manual errors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3566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techniques for ML pipelines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infrastructure and software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feedback loops, performance metrics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 standards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64008" cy="3566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 / TensorFlow fundamentals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Git version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environments, Docker basics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Portal, EduSkills LMS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554480"/>
            <a:ext cx="640080" cy="640080"/>
          </a:xfrm>
          <a:prstGeom prst="ellipse">
            <a:avLst/>
          </a:prstGeom>
          <a:solidFill>
            <a:srgbClr val="1226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Training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processed; models trained and validated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640080" cy="6400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Containers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26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dependencies wrapped for consistency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554480"/>
            <a:ext cx="640080" cy="640080"/>
          </a:xfrm>
          <a:prstGeom prst="ellipse">
            <a:avLst/>
          </a:prstGeom>
          <a:solidFill>
            <a:srgbClr val="1226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926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push to staging / production on validation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192024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554480"/>
            <a:ext cx="640080" cy="6400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Feedback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926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health, resources and prediction drift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pipeline: train → package → deploy → monitor → feedback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097280" cy="164592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2801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patterns, workflow automation, deployment strategies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1097280" cy="164592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14300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12801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Modules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labs on deployment configs, scripting, pipeline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1097280" cy="164592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97180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108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industry-grade implementations at scale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1097280" cy="164592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297180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108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milestone assessments of automation lifecycles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Certification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93776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3566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252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proficiency in AI deployment workflows and automation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industrial digital transformation with Siemens Industry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handling production deployment challenges and model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143000"/>
            <a:ext cx="3108960" cy="3566160"/>
          </a:xfrm>
          <a:prstGeom prst="rect">
            <a:avLst/>
          </a:prstGeom>
          <a:solidFill>
            <a:srgbClr val="1226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&amp; Automation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Siemens, AICTE (Ministry of Education) and EduSkills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Deployment &amp; Automation – Virtual Internship</dc:title>
  <dc:subject>PptxGenJS Presentation</dc:subject>
  <dc:creator>PptxGenJS</dc:creator>
  <cp:lastModifiedBy>PptxGenJS</cp:lastModifiedBy>
  <cp:revision>1</cp:revision>
  <dcterms:created xsi:type="dcterms:W3CDTF">2026-10-22T04:38:40Z</dcterms:created>
  <dcterms:modified xsi:type="dcterms:W3CDTF">2026-10-22T04:38:40Z</dcterms:modified>
</cp:coreProperties>
</file>